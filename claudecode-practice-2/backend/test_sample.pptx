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入门教程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第一章：变量与数据类型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变量是存储数据的容器</a:t>
            </a:r>
          </a:p>
          <a:p>
            <a:r>
              <a:t>Python 中不需要声明类型</a:t>
            </a:r>
          </a:p>
          <a:p>
            <a:r>
              <a:t>x = 10</a:t>
            </a:r>
          </a:p>
          <a:p>
            <a:r>
              <a:t>y = hello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常见数据类型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int: 整数</a:t>
            </a:r>
          </a:p>
          <a:p>
            <a:r>
              <a:t>float: 浮点数</a:t>
            </a:r>
          </a:p>
          <a:p>
            <a:r>
              <a:t>str: 字符串</a:t>
            </a:r>
          </a:p>
          <a:p>
            <a:r>
              <a:t>bool: 布尔值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